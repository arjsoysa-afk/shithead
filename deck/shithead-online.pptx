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6C5CE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6C5CE7">
              <a:alpha val="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SHITHEAD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200" kern="0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ONLINE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8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with your mates, anywhere.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downloads. No sign-up. Just cards.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7373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Room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creates a game room and gets a 4-letter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463040"/>
            <a:ext cx="237744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7373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8"/>
          <p:cNvSpPr/>
          <p:nvPr/>
        </p:nvSpPr>
        <p:spPr>
          <a:xfrm>
            <a:off x="43434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5603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Code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room code to your mates via text, WhatsApp, wherever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237744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7373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3"/>
          <p:cNvSpPr/>
          <p:nvPr/>
        </p:nvSpPr>
        <p:spPr>
          <a:xfrm>
            <a:off x="70866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603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Play!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5508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joins in their browser. No downloads, no accounts needed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260604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/Users/arjunasoysa/shithead/deck/screenshots/01-lobb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4023360" cy="2514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name and create or join a room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914400"/>
            <a:ext cx="4114800" cy="260604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/Users/arjunasoysa/shithead/deck/screenshots/03-waiting-ro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960120"/>
            <a:ext cx="4023360" cy="251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room code — friends join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260604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/Users/arjunasoysa/shithead/deck/screenshots/04-swap-ph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4023360" cy="2514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Phase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cards to keep face-up before play begins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914400"/>
            <a:ext cx="4114800" cy="260604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/Users/arjunasoysa/shithead/deck/screenshots/07-card-select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960120"/>
            <a:ext cx="4023360" cy="251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cards, play them, and watch the pile grow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solidFill>
            <a:srgbClr val="00D2A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on anything, resets the pile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great equaliser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188720"/>
            <a:ext cx="502920" cy="502920"/>
          </a:xfrm>
          <a:prstGeom prst="rect">
            <a:avLst/>
          </a:prstGeom>
          <a:solidFill>
            <a:srgbClr val="A29BFE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9B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card underneath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192024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4320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Sneaky and invisible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068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Lower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player goes lower (not on Ace)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92024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89204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also play a 7 on a 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05156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1188720"/>
            <a:ext cx="502920" cy="502920"/>
          </a:xfrm>
          <a:prstGeom prst="rect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8952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next player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192024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0408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Sorry, not sorry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entire pile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388620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94360" y="4023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Boom! Pile gone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301752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97480" y="3154680"/>
            <a:ext cx="502920" cy="502920"/>
          </a:xfrm>
          <a:prstGeom prst="rect">
            <a:avLst/>
          </a:prstGeom>
          <a:solidFill>
            <a:srgbClr val="A29BFE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697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9B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29184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play direction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0" y="388620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2743200" y="4023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things up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01752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4x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068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Burn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4068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a kind burns the pile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388620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892040" y="4023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'em up and watch it burn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03720" y="3017520"/>
            <a:ext cx="1965960" cy="1737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95160" y="3154680"/>
            <a:ext cx="502920" cy="502920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58952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58952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card in the game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40880" y="3886200"/>
            <a:ext cx="1691640" cy="0"/>
          </a:xfrm>
          <a:prstGeom prst="line">
            <a:avLst/>
          </a:prstGeom>
          <a:noFill/>
          <a:ln w="6350">
            <a:solidFill>
              <a:srgbClr val="55556A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040880" y="4023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dog, untouchable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FF6B6B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RED 6 RULE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146304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6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next player to pick up the ENTIRE pile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65760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371600"/>
            <a:ext cx="73152" cy="1463040"/>
          </a:xfrm>
          <a:prstGeom prst="rect">
            <a:avLst/>
          </a:prstGeom>
          <a:solidFill>
            <a:srgbClr val="8888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4630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6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Deflects the red 6 to the next player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554480" y="32461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CATCH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player picks up EVERYTHING — including the black 6!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1615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Multiplayer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updates via WebSockets — no lag, no refreshing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16152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Codes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5778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4-letter code and your mates join in seconds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05740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2199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130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Swap Phase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801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cards between hand and face-up before the game starts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205740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21992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2130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Auto-Sorted Hand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5778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sorted worst to best, left to right — always tidy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306324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27832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Peek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2801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3 is played, see the card underneath you need to beat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754880" y="306324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27832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7784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Tracking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57784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Wins, losses, streaks, and head-to-head records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4069080"/>
            <a:ext cx="3931920" cy="868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33672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4142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128016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keys to select, Enter to play, Space to pick 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5486400" cy="5486400"/>
          </a:xfrm>
          <a:prstGeom prst="ellipse">
            <a:avLst/>
          </a:prstGeom>
          <a:solidFill>
            <a:srgbClr val="6C5CE7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8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me for the link and let's go!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926080" y="3474720"/>
            <a:ext cx="3291840" cy="731520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926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PLAY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players  ·  Browser only  ·  No sign-up required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Shithead Online</dc:title>
  <dc:subject>PptxGenJS Presentation</dc:subject>
  <dc:creator>Shithead Online</dc:creator>
  <cp:lastModifiedBy>Shithead Online</cp:lastModifiedBy>
  <cp:revision>1</cp:revision>
  <dcterms:created xsi:type="dcterms:W3CDTF">2026-03-23T23:07:12Z</dcterms:created>
  <dcterms:modified xsi:type="dcterms:W3CDTF">2026-03-23T23:07:12Z</dcterms:modified>
</cp:coreProperties>
</file>